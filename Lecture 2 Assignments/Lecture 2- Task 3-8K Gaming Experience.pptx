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Urbanist Medium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F57985-D856-4A84-99EB-34E234821C8E}">
  <a:tblStyle styleId="{19F57985-D856-4A84-99EB-34E234821C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UrbanistMedium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31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10" Type="http://schemas.openxmlformats.org/officeDocument/2006/relationships/image" Target="../media/image12.png"/><Relationship Id="rId9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9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830734"/>
            <a:ext cx="11601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Can You Actually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Game in </a:t>
            </a:r>
            <a:r>
              <a:rPr b="0" i="0" lang="en-US" sz="6000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8K</a:t>
            </a: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?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850034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Exploring the Ultimate Performance with the RTX 3090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9300" y="4551015"/>
            <a:ext cx="5334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87773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187773"/>
            <a:ext cx="533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Marques Brownlee (MKBHD) takes on the challenge of 8K gaming in 2020. With the arrival of next-gen consoles like PS5 and Xbox Series X, the debate between PC power and console accessibility reignites.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397448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goal: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To see if 8K is a gimmick or a genuine leap in immersion and detail.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197298"/>
            <a:ext cx="15811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5340667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4050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Ultimate</a:t>
            </a: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Question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11523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21048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6286500" y="2854523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NVIDIA GeForce RTX 3090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286500" y="3073598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first "8K-capable" consumer graphics card. It is a massive, triple-slot beast designed for power beyond consoles.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286500" y="3902273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10,496 CUDA Cores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286500" y="4168973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24GB GDDR6X VRAM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286500" y="4435673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Built for 8K Gaming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94513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21183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447853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4650581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Star: </a:t>
            </a:r>
            <a:r>
              <a:rPr b="0" i="0" lang="en-US" sz="4050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RTX 3090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54648"/>
            <a:ext cx="1104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73398"/>
            <a:ext cx="3555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1473398"/>
            <a:ext cx="3555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1473398"/>
            <a:ext cx="3555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864173"/>
            <a:ext cx="14573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857250" y="2387798"/>
            <a:ext cx="31336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Core i9-10900K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57250" y="2606873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10 Cores at 5.3 GHz Turbo for maximum processing speed.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03700" y="2387798"/>
            <a:ext cx="31336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32GB RAM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03700" y="2606873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Fast HyperX Fury memory to handle heavy data loads.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350150" y="2387798"/>
            <a:ext cx="31336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Samsung NVMe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350150" y="2606873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970 Pro for the boot drive + 2TB mass SSD storage.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03700" y="1816298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0150" y="181629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6570821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Machine: </a:t>
            </a:r>
            <a:r>
              <a:rPr b="0" i="0" lang="en-US" sz="4050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Maingear F131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1949648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3025" y="1959173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6286500" y="306883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88-inch Signature OLED ZX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286500" y="3287910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 massive display required to truly appreciate 33 million pixels. In previous years, 8K required two cables and complex "stitching."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286500" y="3964185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HDMI 2.1: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Enables a single cable to output 8K at 60Hz. It's thick, rigid, and essential for this setup.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571500"/>
            <a:ext cx="6010751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Window: </a:t>
            </a:r>
            <a:r>
              <a:rPr b="0" i="0" lang="en-US" sz="4050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LG 8K OLED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21198"/>
            <a:ext cx="5286375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21198"/>
            <a:ext cx="5286375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952500" y="3302198"/>
            <a:ext cx="47505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Console Leap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952500" y="3711773"/>
            <a:ext cx="4524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PS5 and Xbox Series X are massive generational leaps, but they still aim for 4K/60 in most titles.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724650" y="3311723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PC Crown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724650" y="3721298"/>
            <a:ext cx="45053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RTX 3090 exists in a league of its own, pushing pixels and details that no console can touch yet.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571500"/>
            <a:ext cx="5250656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PC Power vs. </a:t>
            </a:r>
            <a:r>
              <a:rPr b="0" i="0" lang="en-US" sz="4050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Consoles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71500" y="1910804"/>
            <a:ext cx="5200650" cy="11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Test 1: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050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Forza Horizon 4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71500" y="3327945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Driving games benefit immensely from high resolution. Every leaf on the trees and raindrop on the windshield is rendered with absolute clarity.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427092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At 8K, everything feels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intentional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 The developers' choices are visible in every texture and reflection.</a:t>
            </a:r>
            <a:endParaRPr/>
          </a:p>
        </p:txBody>
      </p:sp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71500" y="2978348"/>
            <a:ext cx="5334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60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4407098"/>
            <a:ext cx="5334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LOCKED FPS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286500" y="3045023"/>
            <a:ext cx="5334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Forza Horizon 4 ran smoothly at a mostly locked 60 FPS. Even with "Autumn" leaves and "Winter" snowflakes filling the screen, the 3090 held steady.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6286500" y="3987998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Only during extreme moments did it dip slightly to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50 FPS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(96% GPU usage).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571500"/>
            <a:ext cx="4650581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Performance: </a:t>
            </a:r>
            <a:r>
              <a:rPr b="0" i="0" lang="en-US" sz="4050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Forza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9648"/>
            <a:ext cx="6515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7277100" y="2911673"/>
            <a:ext cx="434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 much more demanding title using Ray Tracing and high-fidelity physics.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7277100" y="3587948"/>
            <a:ext cx="4343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DLSS &amp; Render Res: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To keep 8K playable, some internal rendering must be lower. Native 5K render drops FPS to 21, but a 2K internal render stays smooth at 36-40 FPS.</a:t>
            </a:r>
            <a:endParaRPr/>
          </a:p>
        </p:txBody>
      </p:sp>
      <p:pic>
        <p:nvPicPr>
          <p:cNvPr descr="image.png" id="183" name="Google Shape;18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59173"/>
            <a:ext cx="64960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571500" y="571500"/>
            <a:ext cx="3400425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Test 2: </a:t>
            </a:r>
            <a:r>
              <a:rPr b="0" i="0" lang="en-US" sz="4050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Control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22"/>
          <p:cNvGraphicFramePr/>
          <p:nvPr/>
        </p:nvGraphicFramePr>
        <p:xfrm>
          <a:off x="571500" y="28164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{19F57985-D856-4A84-99EB-34E234821C8E}</a:tableStyleId>
              </a:tblPr>
              <a:tblGrid>
                <a:gridCol w="4570800"/>
                <a:gridCol w="3505350"/>
                <a:gridCol w="2972850"/>
              </a:tblGrid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Setting (Game: Control)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Resolution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Performance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Full Native Render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5K Render / 8K Display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~21 FPS (Sluggish)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Optimized Render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4K Render / 8K Display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~36 FPS (Playable)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DLSS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2K Render / 8K Display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~52 FPS (Smooth)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" name="Google Shape;191;p22"/>
          <p:cNvSpPr/>
          <p:nvPr/>
        </p:nvSpPr>
        <p:spPr>
          <a:xfrm>
            <a:off x="571500" y="3349823"/>
            <a:ext cx="4570809" cy="190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5142309" y="3349823"/>
            <a:ext cx="3505348" cy="190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8647658" y="3349823"/>
            <a:ext cx="2972841" cy="190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571500" y="3868935"/>
            <a:ext cx="457080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5142309" y="3868935"/>
            <a:ext cx="35053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8647658" y="3868935"/>
            <a:ext cx="29728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571500" y="4373760"/>
            <a:ext cx="457080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5142309" y="4373760"/>
            <a:ext cx="35053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8647658" y="4373760"/>
            <a:ext cx="29728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571500" y="4878585"/>
            <a:ext cx="457080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5142309" y="4878585"/>
            <a:ext cx="35053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8647658" y="4878585"/>
            <a:ext cx="29728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571500"/>
            <a:ext cx="4150518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Resolution vs. </a:t>
            </a:r>
            <a:r>
              <a:rPr b="0" i="0" lang="en-US" sz="4050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FPS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22945"/>
            <a:ext cx="11049000" cy="486355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571500" y="519291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8K requires 4x the power of 4K and 16x the power of 1080p.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571500" y="571500"/>
            <a:ext cx="3300412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4050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Pixel Gap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4719"/>
            <a:ext cx="533400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94719"/>
            <a:ext cx="5334000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295275" y="1604069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Final </a:t>
            </a:r>
            <a:r>
              <a:rPr b="0" i="0" lang="en-US" sz="6000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Verdict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571500" y="4871144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MKBHD Conclusion: "Spectacular, but immature."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738187" y="3309044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Can You?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857250" y="3528119"/>
            <a:ext cx="4762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YES. With an RTX 3090 and a Signature 8K TV, native 8K gaming is officially a reality.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6453187" y="3309044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Should You?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6572250" y="3528119"/>
            <a:ext cx="4762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NOT YET. The monitor market is immature and the hardware cost is astronomical for most.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/>
          <p:nvPr/>
        </p:nvSpPr>
        <p:spPr>
          <a:xfrm>
            <a:off x="571500" y="141386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571500" y="2185392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571500" y="3088034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571500" y="3859559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71500" y="4631084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571500" y="21758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571500" y="21758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71500" y="30785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71500" y="30785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71500" y="38500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38500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71500" y="46215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71500" y="46215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71500" y="55242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71500" y="55242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67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1666875" y="1577726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https://i.ytimg.com/vi/cxp-FCDUkNc/hq720.jpg?sqp=-oaymwEhCK4FEIIDSFryq4qpAxMIARUAAAAAGAElAADIQj0AgKJD&amp;rs=AOn4CLAr6fZBgfkEThWPbWn1SC9UYZsGzg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1666875" y="179858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www.youtube.com</a:t>
            </a:r>
            <a:endParaRPr/>
          </a:p>
        </p:txBody>
      </p:sp>
      <p:pic>
        <p:nvPicPr>
          <p:cNvPr descr="image.png" id="248" name="Google Shape;24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937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1666875" y="2328267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https://images.unsplash.com/photo-1752179634046-5159d1b13f6f?fm=jpg&amp;q=60&amp;w=3000&amp;auto=format&amp;fit=crop&amp;ixlib=rb-4.1.0&amp;ixid=M3wxMjA3fDB8MHxwaG90by1wYWdlfHx8fGVufDB8fHx8fA%3D%3D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1666875" y="2722364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unsplash.com</a:t>
            </a:r>
            <a:endParaRPr/>
          </a:p>
        </p:txBody>
      </p:sp>
      <p:pic>
        <p:nvPicPr>
          <p:cNvPr descr="image.png" id="251" name="Google Shape;25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309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666875" y="325189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https://i.ytimg.com/vi/Bl89ZngMEBE/sddefault.jpg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666875" y="347275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www.youtube.com</a:t>
            </a:r>
            <a:endParaRPr/>
          </a:p>
        </p:txBody>
      </p:sp>
      <p:pic>
        <p:nvPicPr>
          <p:cNvPr descr="image.png" id="254" name="Google Shape;25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024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1666875" y="402341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https://media.us.lg.com/transform/ecomm-PDPGallery-1100x730/50ece52c-eac7-486c-bf8e-f6a19a1064bb/md07500033-zoom-01-jpg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666875" y="424428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www.lg.com</a:t>
            </a:r>
            <a:endParaRPr/>
          </a:p>
        </p:txBody>
      </p:sp>
      <p:pic>
        <p:nvPicPr>
          <p:cNvPr descr="image.png" id="257" name="Google Shape;25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39444"/>
            <a:ext cx="13335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666875" y="4773959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https://preview.redd.it/whats-the-best-way-to-take-high-quality-screenshots-of-the-v0-5otvhhvumy3h1.jpg?width=640&amp;crop=smart&amp;auto=webp&amp;s=43f6fe2d72756ff7b5fa574560f8ab1a3b458d7e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666875" y="5168056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www.reddit.com</a:t>
            </a:r>
            <a:endParaRPr/>
          </a:p>
        </p:txBody>
      </p:sp>
      <p:pic>
        <p:nvPicPr>
          <p:cNvPr descr="image.png" id="260" name="Google Shape;26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67660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666875" y="569758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https://images.nvidia.com/aem-dam/Solutions/geforce/news/control/control-ray-traced-geforce-rtx-screenshot-001.jpg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666875" y="591844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www.nvidia.com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571500" y="562421"/>
            <a:ext cx="3550443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